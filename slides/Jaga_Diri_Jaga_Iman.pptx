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424218d-ebe7-8c45-2db8-02866e6452e7}">
          <p14:sldIdLst>
            <p14:sldId id="256"/>
            <p14:sldId id="257"/>
            <p14:sldId id="258"/>
          </p14:sldIdLst>
        </p14:section>
        <p14:section name="Badan Aku Amanah Allah" id="{e1ba2dbe-4d2b-9d17-93a8-5df219b6c682}">
          <p14:sldIdLst>
            <p14:sldId id="259"/>
            <p14:sldId id="260"/>
            <p14:sldId id="261"/>
            <p14:sldId id="262"/>
            <p14:sldId id="263"/>
          </p14:sldIdLst>
        </p14:section>
        <p14:section name="Sentuhan" id="{e741d09c-019a-74b9-bef7-10b53aa6e2f1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inta" id="{5770d958-8421-7eb6-e483-fe255a364712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Penutup" id="{7f1e2331-62d6-83d4-1dc2-5d922f5a033f}">
          <p14:sldIdLst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Salam &amp; sapa pelajar. Tajuk hari ni: Jaga Diri, Jaga Iman. Tiga perkara: kenal badan sendiri, sentuhan selamat &amp; tak selamat, dan cinta (simpan dulu, fokus belajar).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Perkenalkan diri ringkas. Jangan lama — terus masuk aktiviti pemanas.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minit] Aktiviti pemanas (dari ebook: anak rasa geli bila digeletek → ada anggota badan yang buat kita tak selesa bila disentuh). Tanya: siapa geli kalau kena geletek? Tunjuk tempat. Kaitkan: badan kita ada 'alarm' semula jadi. Hari ni kita belajar dengar alarm 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Masuk bahagian 1 (~10 minit).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minit] Ramai fikir pendidikan seksualiti = benda lucah. Salah. Ia ilmu jaga diri dan sangat Islamik. Al-Mukminun ayat 5: antara ciri orang beriman yang BERJAYA ialah menjaga kehormatan (furuj = kemaluan). Nak jaga, kena kenal dulu. Di sekolah pun dah belajar dalam Pendidikan Kesihatan, Sains &amp; Pendidikan Islam.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Dari ebook (dimensi kognitif): organ seksual paling penting ialah OTAK, bukan kemaluan. Bila otak tak faham erti sebenar, mudah terjebak benda merosakkan seperti pornografi. Apa yang kita tengok → otak fikir → badan buat. Jadi jaga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 tekankan: guna nama yang betul, jangan kekalkan nama kiasan/lucah — ia undang lawak lucah &amp; gangguan seksual secara lisan. JANGAN sebut contoh nama-nama lucah di depan pelajar. Cukup tegaskan: kemaluan bukan bahan gurauan; tarik seluar kawan, lawak lucah = gangguan seksual.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minit] Rasa malu ialah benteng (dimensi spiritual). Tiga amalan: tutup aurat; tundukkan pandangan (An-Nur 30 untuk lelaki, 31 untuk perempuan); minta izin sebelum masuk bilik ibu bapa terutama 3 waktu — sebelum Subuh, waktu tengah hari, selepas Isyak (An-Nur 58). Bila dah baligh, minta izin setiap masa (An-Nur 59).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Masuk bahagian 2 — teras ceramah (~20 minit).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minit] 5 kawasan peribadi ikut ebook: mulut, dada, kemaluan, punggung, paha. Minta pelajar sebut beramai-ramai. Ulang 2-3 kali — ebook tekankan ulang sampai hafal.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Ebook: anak juga perlu tahu mereka TIDAK dibenarkan menyentuh private part orang lain — adik-beradik, sepupu, kawan sekolah, kawan asrama, orang dewasa sama ada dikenali atau tidak.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Ebook: sentuhan selamat = sentuhan yang tak libatkan private part (bersalam, cium dahi, usap kepala). Kalau melibatkan private part, mesti atas tujuan perubatan/yang dibenarkan (berkhatan, doktor). Bila dah pandai urus diri sendiri, tiada keperluan orang lain sentuh kawasan tu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Ebook: sentuhan tidak selamat = segala sentuhan yang melibatkan private part. Boleh berlaku di rumah, kampung, sekolah, rumah pengasuh, tadika, asrama, taman permainan, kedai runcit. Tekankan: pelaku boleh jadi orang yang dikenali.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Ebook: sentuhan tidak selesa — meraba tangan/pinggang, menjilat telinga, mengusap/menggigit leher, sentuh perut tanpa sebab, cium pipi lama atau kerap. Biasanya ia pemula kepada sentuhan tidak selamat (sex grooming).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Ebook: sex grooming = seseorang (dikenali atau tidak) membina 'trust' dengan anak untuk tujuan seksual. Tanda-tanda di slide ini ialah huraian tambahan (hadiah, rahsia, ajak berdua) supaya mudah dikenal pasti oleh pelajar. Tekankan: rahsia yang menakutkan mesti diberitahu.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Baca setiap situasi, pelajar angkat tangan / tunjuk warna (hijau, merah, kuning). Jawapan: 1) SELAMAT; 2) SELAMAT; 3) TAK SELESA → tanda bahaya!.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Baca setiap situasi, pelajar angkat tangan / tunjuk warna (hijau, merah, kuning). Jawapan: 4) TAK SELAMAT; 5) TAK SELESA; 6) TAK SELAMAT.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No. 3: ini contoh grooming — hadiah + sentuhan lama + suruh rahsia. Terus beritahu. No. 6: Nabi SAW larang dua lelaki/dua perempuan berbaring dalam satu selimut (HR Muslim 338). No. 5: bergerak jauh, cari orang dewasa, beritahu.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Ebook: YELL – RUN – TELL. Ulang sampai hafal dan boleh praktikkan. Ebook juga galakkan ibu bapa hantar anak ke kelas seni bela diri (silat, taekwando, karate).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Call-and-response 3 kali, makin kuat. Latih juga ayat tegas 'JANGAN! SAYA TAK SUKA!' (tambahan, bukan dari ebook). Bagi pelajar sekolah menengah, tekankan ia juga cara mereka lindungi adik-adik.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Dua kes dari ebook (2019). JANGAN ceritakan butiran perbuatan. Fokus pengajaran: kanak-kanak keliru, tak jerit &amp; tak lari. Tapi dalam kes Ipoh, mangsa beritahu ibunya, orang awam bantu tangkap suspek dan polis ambil tindakan. Sebab tu langkah BERITAHU sangat penting.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Slide ini tambahan (bukan dari ebook) berdasarkan amalan perlindungan kanak-kanak. Cakap dengan lembut. Mungkin ada mangsa dalam dewan — pastikan mereka tahu ia bukan salah mereka dan ada orang yang akan tolong. Maklumkan kaunselor/guru bertugas selepas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Minta pelajar fikir 3 nama orang dewasa yang dipercayai. Ebook: manfaatkan Talian Kasih. Talian Kasih 15999 / WhatsApp 019-261 5999 (KPWKM) — sila semak semula nombor sebelum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Untuk pelajar sekolah menengah. Ebook (dimensi sosial): jangan sentuh private part kawan, jangan bergurau hal seksual hingga jadi gangguan seksual (lisan, fizikal). Hadis Muslim 338: larangan lelaki dengan lelaki / perempuan dengan perempuan berbaring dalam satu selimut — elak sentuhan tak selamat yang boleh menjurus kepada homoseksualiti. An-Nur 58-59: adab minta izin.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Ebook: soal merendahkan pandangan melibatkan aurat diri, aurat orang lain, pornografi. Bila kognitif tak difahamkan, mudah cenderung kepada pornografi. Tips gajet ialah huraian tambahan yang praktikal.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Masuk bahagian 3 (~12 minit).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 (fasa 12-18 tahun): akil baligh — fizikal berubah, beremosi, ketertarikan kepada lain jantina, mudah dipengaruhi kawan. Normalkan perasaan ini dahulu sebelum bercakap tentang batasnya.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minit] Ebook: Al-Isra' 32 — jangan hampiri zina. Tangga ini huraian tambahan: setiap langkah membawa ke langkah seterusnya. Berhenti di anak tangga pertama — jaga pandangan.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Analogi (tambahan, bukan dari ebook). Cinta pada usia sekolah ibarat buah yang dipetik terlalu awal. Bukan cinta itu salah — tapi masanya belum sampai.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Tanya pelajar: apa yang kita dapat kalau 'couple' sekarang? Biar mereka jawab dulu, kemudian tunjuk perbandingan.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Tips ini kebanyakannya tambahan. Dari ebook: berbual dan bertukar pendapat dengan ibu bapa ialah sunnah — Nabi Ibrahim &amp; Nabi Ismail, Nabi Yaakub &amp; Nabi Yusuf, Nabi Syuaib &amp; anak perempuannya. Galakkan pelajar berbual dengan mak ayah tentang perasaan.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Ebook (fasa 18-24 tahun): fasa kematangan; ibu bapa hormati keputusan anak termasuk pemilihan pasangan &amp; perkahwinan. Jadi tempatnya nanti. Sekarang musim menanam — ilmu, akhlak, cita-cita.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minit] Pelajar ulang setiap baris. Untuk adik-adik, sebut perlahan dan jelas.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Ulang 3 mesej utama.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minit] Tutup dengan doa dan ucapan terima kasih. Ingatkan pelajar: kalau ada apa-apa, jumpa kaunselor atau guru.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i="1" dirty="0">
                <a:solidFill>
                  <a:srgbClr val="CFE9E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Jaga Diri, Jaga Iman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BERSAMA SHUKERY AZIZAN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Jaga Diri,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i="1" dirty="0">
                <a:solidFill>
                  <a:schemeClr val="accent2"/>
                </a:solidFill>
              </a:rPr>
              <a:t>Jaga </a:t>
            </a:r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Iman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9E4"/>
                </a:solidFill>
              </a:rPr>
              <a:t>Sentuhan selamat  •  Kenali diri  •  Cinta &amp; cita-cita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237744" cy="2377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@Shukery_Azizan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hukery-Azizan/9378cb53-6f45-54ab-ad59-856786fd46a0/scratchpad/spea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2578608" cy="4389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20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KENALI PENCERAMAH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3520440" y="685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Shukery Azizan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352044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Penulis &amp; Penceramah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520440" y="169164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630168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buah buku ditulis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57800" y="169164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67528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naskhah terjual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95160" y="169164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04888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sekolah &amp; IPT dijelajah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PENDIDIKAN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31089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Ijazah Sarjana Muda Sains Kimia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Universiti Kebangsaan Malaysia (2015)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Ijazah Sarjana Muda Pengajian Islam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Open University Malaysia (2026)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PENGALAMAN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1089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Penulis &amp; penceramah (2015 – kini)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Jelajah sekolah &amp; IPT termasuk UK dan Australia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Editor in Chief, Sentap Press (2015 – 2021)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Project Leader, Media Wangsa (2025 – kini)</a:t>
            </a:r>
            <a:endParaRPr lang="en-US" sz="1100" dirty="0"/>
          </a:p>
        </p:txBody>
      </p:sp>
      <p:sp>
        <p:nvSpPr>
          <p:cNvPr id="20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JOM MULA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Siapa geli kalau kena geletek?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103120" cy="2103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059229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0" y="1508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Angkat tangan!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2057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Ketiak, pinggang, tapak kaki… kalau orang sentuh, badan kita terus bagi isyarat.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297180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74720" y="31089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Badan kita ada </a:t>
            </a:r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‘alarm’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 sendiri. Hari ni kita belajar dengar alarm tu — supaya kita tahu sentuhan mana yang OK, mana yang TAK OK.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Badan Aku, Amanah Allah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Kenal diri sendiri sebelum kenal dunia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BADAN AKU, AMANAH ALLAH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Kenapa kita belajar benda ni?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FBE7E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781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6002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BUKAN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benda lucah atau benda kotor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E3F3EA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20040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338693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31089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TAPI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ilmu untuk JAGA DIRI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72000" y="141732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80060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وَالَّذِينَ هُمْ لِفُرُوجِهِمْ حَافِظُونَ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23774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“Sesungguhnya berjayalah orang yang beriman… </a:t>
            </a:r>
            <a:pPr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iaitu mereka yang menjaga kehormatan diri.”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Surah Al-Mukminun: 1 &amp; 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BADAN AKU, AMANAH ALLAH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Bahagian paling penting? OTAK!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494" y="2035454"/>
            <a:ext cx="1141171" cy="11411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46120" y="14630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Otak yang jadi ‘bos’. Otak yang arahkan mata, tangan dan kaki.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46120" y="2331720"/>
            <a:ext cx="1554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450592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Mata nampak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724912"/>
            <a:ext cx="201168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74920" y="2331720"/>
            <a:ext cx="1554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450592"/>
            <a:ext cx="420624" cy="4206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1206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Otak fikir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724912"/>
            <a:ext cx="201168" cy="20116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903720" y="2331720"/>
            <a:ext cx="1554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2450592"/>
            <a:ext cx="420624" cy="42062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9494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Badan buat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3246120" y="3611880"/>
            <a:ext cx="521208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3429000" y="3611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Jaga apa yang MASUK ke otak — itu cara terbaik jaga diri.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BADAN AKU, AMANAH ALLAH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Kemaluan bukan bahan lawak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Kemaluan pun anggota badan macam mata dan tangan — ciptaan Allah, ada fungsi, ada maruah.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3481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Jangan guna nama lucah atau gelaran pelik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96596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339" y="23481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Jangan buat lawak ‘double meaning’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96596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23481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Jangan tarik seluar atau tunjuk kepada kawan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749040"/>
            <a:ext cx="8046720" cy="685800"/>
          </a:xfrm>
          <a:prstGeom prst="roundRect">
            <a:avLst>
              <a:gd name="adj" fmla="val 16000"/>
            </a:avLst>
          </a:prstGeom>
          <a:solidFill>
            <a:srgbClr val="FBE7E3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77240" y="37490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Ingat: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lawak lucah &amp; usik kawasan peribadi kawan = </a:t>
            </a:r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GANGGUAN SEKSUAL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BADAN AKU, AMANAH ALLAH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Malu itu perisai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727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“Malu itu sebahagian daripada iman.”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FE9E4"/>
                </a:solidFill>
              </a:rPr>
              <a:t>Hadis riwayat Bukhari &amp; Muslim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2514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88584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Tutup aurat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Badan kita amanah. Bukan untuk ditayang.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91840" y="2560320"/>
            <a:ext cx="2514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347472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366" y="288584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0624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Tundukkan pandangan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4747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Jaga mata daripada benda yang tak patut (An-Nur: 30-31).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35040" y="2560320"/>
            <a:ext cx="25146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8" name="Shape 13"/>
          <p:cNvSpPr/>
          <p:nvPr/>
        </p:nvSpPr>
        <p:spPr>
          <a:xfrm>
            <a:off x="6217920" y="2743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566" y="2885846"/>
            <a:ext cx="309067" cy="30906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Ketuk &amp; minta izin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Sebelum masuk bilik mak ayah atau orang lain (An-Nur: 58).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Sentuhan: Selamat atau Tidak?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Kenal, bezakan, dan tahu apa nak buat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SENTUHAN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Kawasan peribadi aku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5760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1371600" cy="2743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463040"/>
            <a:ext cx="1371600" cy="2743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Depan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251460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Belakang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13716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0749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Mulut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18470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Dada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2257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Kemaluan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79806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074920" y="2798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Punggung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327355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Paha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572000" y="379476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754880" y="37947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Tak boleh disentuh, dipegang, diraba atau dicium oleh SESIAPA.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SENTUHAN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Peraturan dua hala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7757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Orang lain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TAK BOLEH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sentuh kawasan peribadi aku.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88620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600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325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Aku pun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TAK BOLEH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sentuh kawasan peribadi orang lain.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Termasuk: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31920"/>
            <a:ext cx="1572768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Adik-beradik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258568" y="3931920"/>
            <a:ext cx="969264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Sepupu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364992" y="3931920"/>
            <a:ext cx="1673352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Kawan sekolah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175504" y="3931920"/>
            <a:ext cx="1572768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Kawan asrama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85432" y="3931920"/>
            <a:ext cx="1572768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Orang dewasa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SENTUHAN  •  1 DARIPADA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Sentuhan SELAMAT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35240" y="3657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723" y="5742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25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Sentuhan yang TIDAK melibatkan kawasan peribadi, dan buat kita rasa selamat.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1874520" cy="1600200"/>
          </a:xfrm>
          <a:prstGeom prst="roundRect">
            <a:avLst>
              <a:gd name="adj" fmla="val 6857"/>
            </a:avLst>
          </a:prstGeom>
          <a:solidFill>
            <a:srgbClr val="E3F3EA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221284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377440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Bersalam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06040" y="2057400"/>
            <a:ext cx="1874520" cy="1600200"/>
          </a:xfrm>
          <a:prstGeom prst="roundRect">
            <a:avLst>
              <a:gd name="adj" fmla="val 6857"/>
            </a:avLst>
          </a:prstGeom>
          <a:solidFill>
            <a:srgbClr val="E3F3EA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0" y="221284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2377440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15768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Mak ayah usap kepala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663440" y="2057400"/>
            <a:ext cx="1874520" cy="1600200"/>
          </a:xfrm>
          <a:prstGeom prst="roundRect">
            <a:avLst>
              <a:gd name="adj" fmla="val 6857"/>
            </a:avLst>
          </a:prstGeom>
          <a:solidFill>
            <a:srgbClr val="E3F3EA"/>
          </a:solidFill>
          <a:ln/>
        </p:spPr>
      </p:sp>
      <p:sp>
        <p:nvSpPr>
          <p:cNvPr id="16" name="Shape 11"/>
          <p:cNvSpPr/>
          <p:nvPr/>
        </p:nvSpPr>
        <p:spPr>
          <a:xfrm>
            <a:off x="5257800" y="221284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2377440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773168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Peluk keluarga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720840" y="2057400"/>
            <a:ext cx="1874520" cy="1600200"/>
          </a:xfrm>
          <a:prstGeom prst="roundRect">
            <a:avLst>
              <a:gd name="adj" fmla="val 6857"/>
            </a:avLst>
          </a:prstGeom>
          <a:solidFill>
            <a:srgbClr val="E3F3EA"/>
          </a:solidFill>
          <a:ln/>
        </p:spPr>
      </p:sp>
      <p:sp>
        <p:nvSpPr>
          <p:cNvPr id="20" name="Shape 14"/>
          <p:cNvSpPr/>
          <p:nvPr/>
        </p:nvSpPr>
        <p:spPr>
          <a:xfrm>
            <a:off x="7315200" y="221284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377440"/>
            <a:ext cx="356616" cy="35661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30568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Doktor periksa — mak ayah ada sama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3886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Pengecualian: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rawatan doktor atau berkhatan — dengan kebenaran dan kehadiran mak ayah.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SENTUHAN  •  2 DARIPADA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Sentuhan TIDAK SELAMAT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352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723" y="57424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FBE7E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Apa-apa sentuhan pada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kawasan peribadi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— mulut, dada, kemaluan, punggung, paha.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Boleh berlaku di mana-mana: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1216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971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" y="3401568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Rumah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901952" y="2880360"/>
            <a:ext cx="1216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971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47672" y="3401568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Sekolah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255264" y="2880360"/>
            <a:ext cx="1216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9718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300984" y="3401568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Asrama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608576" y="2880360"/>
            <a:ext cx="1216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29718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54296" y="3401568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Tandas awam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961888" y="2880360"/>
            <a:ext cx="1216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297180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007608" y="3401568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Kedai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7315200" y="2880360"/>
            <a:ext cx="1216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297180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360920" y="3401568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Taman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548640" y="4023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Pelakunya boleh jadi orang yang kita </a:t>
            </a:r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KENAL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bukan orang asing sahaja.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SENTUHAN  •  3 DARIPADA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Sentuhan TIDAK SELESA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352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723" y="5742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25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Bukan di kawasan peribadi, tapi buat hati rasa pelik dan tak sedap.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Raba-raba tangan atau pinggang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Gosok-gosok atau gigit leher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Sentuh perut tanpa sebab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Cium pipi lama-lama atau terlalu kerap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754880" y="1965960"/>
            <a:ext cx="3840480" cy="2423160"/>
          </a:xfrm>
          <a:prstGeom prst="roundRect">
            <a:avLst>
              <a:gd name="adj" fmla="val 4528"/>
            </a:avLst>
          </a:prstGeom>
          <a:solidFill>
            <a:srgbClr val="FDF1DA"/>
          </a:solidFill>
          <a:ln/>
        </p:spPr>
      </p:sp>
      <p:sp>
        <p:nvSpPr>
          <p:cNvPr id="9" name="Shape 6"/>
          <p:cNvSpPr/>
          <p:nvPr/>
        </p:nvSpPr>
        <p:spPr>
          <a:xfrm>
            <a:off x="4983480" y="21488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099" y="23024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Hati rasa tak sedap?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92608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DENGAR hati kamu.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Selalunya sentuhan tak selesa ialah ‘pintu masuk’ kepada sentuhan tak selamat.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SENTUHAN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Orang jahat jarang nampak jahat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20574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536192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700784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Terlalu baik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6700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Selalu bagi hadiah, duit atau belanja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06040" y="1371600"/>
            <a:ext cx="1874520" cy="20574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536192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700784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Suruh rahsia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15768" y="26700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“Jangan bagitahu mak ayah, ya.”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371600"/>
            <a:ext cx="1874520" cy="20574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57800" y="1536192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700784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Ajak berdua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773168" y="26700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 tempat sunyi atau tertutup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20840" y="1371600"/>
            <a:ext cx="1874520" cy="20574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0" y="1536192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700784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122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Sentuh sikit-sikit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30568" y="26700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Mula dengan sentuhan tak selesa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65760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Rahsia yang buat kamu takut = rahsia yang </a:t>
            </a:r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WAJIB</a:t>
            </a:r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 diberitahu.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JOM UJI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Kuiz: sentuhan apa ni? (1/2)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Selamat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325880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Tak selamat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325880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Tak selesa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325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Tunjuk warna!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21284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8346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Ayah usap kepala kamu sebelum pergi sekolah.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9184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2128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74720" y="28346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Doktor periksa badan kamu di klinik. Mak ada di sebelah.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03504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2179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1284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8346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Pakcik selalu belanja gula-gula, lepas tu minta peluk lama-lama dan pesan: “Jangan bagitahu mak.”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JOM UJI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Kuiz: sentuhan apa ni? (2/2)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Selamat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325880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Tak selamat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325880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Tak selesa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325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Tunjuk warna!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21284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28346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Kawan tarik seluar kawan lain depan kelas sebab nak bergurau.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9184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2128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74720" y="28346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Orang yang kamu tak kenal usap-usap pinggang kamu dalam bas.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03504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2179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1284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8346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Senior asrama ajak tidur satu katil dan kongsi selimut.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JOM UJI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Jawapan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624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Ayah usap kepala kamu sebelum pergi sekolah.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362456"/>
            <a:ext cx="2468880" cy="384048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SELAMAT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Doktor periksa badan kamu di klinik. Mak ada di sebelah.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911096"/>
            <a:ext cx="2468880" cy="384048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SELAMAT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597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Pakcik selalu belanja gula-gula, lepas tu minta peluk lama-lama dan pesan: “Jangan bagitahu mak.”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59736"/>
            <a:ext cx="2468880" cy="38404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TAK SELESA → tanda bahaya!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Kawan tarik seluar kawan lain depan kelas sebab nak bergurau.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008376"/>
            <a:ext cx="2468880" cy="384048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TAK SELAMAT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520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Orang yang kamu tak kenal usap-usap pinggang kamu dalam bas.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557016"/>
            <a:ext cx="2468880" cy="38404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TAK SELESA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056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Senior asrama ajak tidur satu katil dan kongsi selimut.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105656"/>
            <a:ext cx="2468880" cy="384048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TAK SELAMAT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APA NAK BUAT?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Ingat 3 langkah ni!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417320"/>
            <a:ext cx="1417320" cy="1417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877" y="1757477"/>
            <a:ext cx="737006" cy="7370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JERIT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Jerit sekuat hati!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965960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31920" y="1417320"/>
            <a:ext cx="1417320" cy="14173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077" y="1757477"/>
            <a:ext cx="737006" cy="73700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40480" y="13716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2971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LARI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3520440" y="3566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Lari ke tempat selamat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1965960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75120" y="1417320"/>
            <a:ext cx="1417320" cy="14173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277" y="1757477"/>
            <a:ext cx="737006" cy="73700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0" y="13716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6172200" y="2971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BERITAHU</a:t>
            </a:r>
            <a:endParaRPr lang="en-US" sz="3000" dirty="0"/>
          </a:p>
        </p:txBody>
      </p:sp>
      <p:sp>
        <p:nvSpPr>
          <p:cNvPr id="20" name="Text 13"/>
          <p:cNvSpPr txBox="1"/>
          <p:nvPr/>
        </p:nvSpPr>
        <p:spPr>
          <a:xfrm>
            <a:off x="6263640" y="3566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Beritahu orang dewasa yang dipercayai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JOM PRAKTIS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Saya sebut, kamu jawab!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FE9E4"/>
                </a:solidFill>
              </a:rPr>
              <a:t>“Kalau ada orang sentuh kawasan peribadi aku…”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514600" cy="91440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JERIT!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2331720"/>
            <a:ext cx="2514600" cy="91440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LARI!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331720"/>
            <a:ext cx="2514600" cy="91440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BERITAHU!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9E4"/>
                </a:solidFill>
              </a:rPr>
              <a:t>Cakap dengan tegas: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“JANGAN! SAYA TAK SUKA!”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KISAH BENAR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Ia berlaku di Malaysia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7080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2019 • Rawang, Selangor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86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Kanak-kanak perempuan dicabul di sebuah kedai runcit. Dia dan adiknya keliru, tak tahu nak buat apa.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1708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54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2019 • Ipoh, Perak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286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Kanak-kanak lelaki 8 tahun dicabul dalam tandas pasar raya ketika ibunya menunggu di luar.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80467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32918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Kedua-dua budak </a:t>
            </a:r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KELIRU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 — tak jerit, tak lari.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Tapi budak di Ipoh </a:t>
            </a:r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BERITAHU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 ibunya — dan pelaku berjaya ditangkap.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PENTING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Kalau ia pernah berlaku…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1967789"/>
            <a:ext cx="1093622" cy="10936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1417320"/>
            <a:ext cx="5394960" cy="621792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429000" y="141732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Itu BUKAN salah kamu.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2148840"/>
            <a:ext cx="5394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29000" y="21488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Kamu tak kotor. Kamu tetap berharga di sisi Allah.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0" y="2880360"/>
            <a:ext cx="5394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29000" y="288036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Beritahu orang dewasa yang kamu percaya.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00400" y="3611880"/>
            <a:ext cx="5394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29000" y="361188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Kalau dia tak percaya — beritahu orang lain lagi, sampai ada yang tolong.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SIAPA BOLEH TOLONG?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 orang dewasa yang aku percaya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Fikir sekarang — kira dengan jari: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Mak / Ayah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" y="2788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834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651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Cikgu / Kaunselor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352044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13232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Warden / Saudara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029200" y="132588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57800" y="15544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1719072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08076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TALIAN KASIH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25780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15999</a:t>
            </a:r>
            <a:endParaRPr lang="en-US" sz="4800" dirty="0"/>
          </a:p>
        </p:txBody>
      </p:sp>
      <p:sp>
        <p:nvSpPr>
          <p:cNvPr id="22" name="Text 16"/>
          <p:cNvSpPr txBox="1"/>
          <p:nvPr/>
        </p:nvSpPr>
        <p:spPr>
          <a:xfrm>
            <a:off x="525780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9E4"/>
                </a:solidFill>
              </a:rPr>
              <a:t>WhatsApp: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019-261 5999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25780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9E4"/>
                </a:solidFill>
              </a:rPr>
              <a:t>Percuma • 24 jam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KHAS UNTUK ABANG &amp; KAKAK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Jaga adab dengan kawan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190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Jangan usik kawan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Lawak lucah, tarik seluar, sentuh kawasan peribadi kawan = gangguan seksual. Boleh jadi kesalahan undang-undang.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190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Adab asrama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834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Jangan tidur satu katil atau kongsi selimut, walaupun sama jantina (Hadis riwayat Muslim).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7190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Ketuk &amp; minta izin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834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Dah baligh? Minta izin setiap kali nak masuk bilik orang lain (An-Nur: 59).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KHAS UNTUK ABANG &amp; KAKAK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Gajet &amp; pandangan mata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 لِّلْمُؤْمِنِينَ يَغُضُّوا مِنْ أَبْصَارِهِمْ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“Katakanlah kepada orang lelaki dan perempuan yang beriman supaya menundukkan pandangan dan memelihara kehormatan mereka.”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9E4"/>
                </a:solidFill>
              </a:rPr>
              <a:t>Surah An-Nur: 30-31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5114" y="154899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49240" y="13716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Ternampak benda tak elok? Tutup, istighfar.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114" y="23262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21488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Jangan simpan, jangan kongsi, jangan sebar.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663440" y="2971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114" y="31034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9240" y="29260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Guna gajet di ruang terbuka, bukan dalam bilik berkunci.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6634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14" y="388071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49240" y="370332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Cerita pada mak ayah kalau ada orang hantar benda pelik.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Cinta: Simpan Dulu, Fokus Belajar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Rasa suka itu fitrah — tapi ada masanya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CINTA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Bila kita membesar…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190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Badan berubah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Tanda akil baligh — tinggi, suara, haid, mimpi basah.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190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Emosi berubah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Cepat sensitif, mudah terasa, nak bebas.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7190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Mula rasa suka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Tertarik kepada lain jantina.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804672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772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Semua ni NORMAL.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Ini fitrah yang Allah ciptakan. Rasa suka bukan dosa.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CINTA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Allah kata: jangan HAMPIRI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وَلَا تَقْرَبُوا الزِّنَىٰ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“Dan janganlah kamu menghampiri zina.”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Surah Al-Isra’: 32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Allah tak kata ‘jangan buat’ — Allah kata ‘jangan </a:t>
            </a:r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HAMPIRI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’.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BE7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611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Berhenti di anak tangga PERTAMA.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4023360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Pandang-pandang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11296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Chat lewat malam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999232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‘Couple’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487168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Keluar berdua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975104"/>
            <a:ext cx="237744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Sentuhan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463040"/>
            <a:ext cx="1463040" cy="420624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ZINA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CINTA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Macam buah, ada masa masaknya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E3F3E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18086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Petik awal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Masam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Keras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Cepat rosak, membazir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FDF1DA"/>
          </a:solidFill>
          <a:ln/>
        </p:spPr>
      </p:sp>
      <p:sp>
        <p:nvSpPr>
          <p:cNvPr id="10" name="Shape 7"/>
          <p:cNvSpPr/>
          <p:nvPr/>
        </p:nvSpPr>
        <p:spPr>
          <a:xfrm>
            <a:off x="4937760" y="160020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243" y="18086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89320" y="1600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Tunggu masak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Manis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Sedap dinikmati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Berkat — halal, dengan restu mak ayah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CINTA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‘Couple’ sekarang, apa dapat?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080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Kalau ‘couple’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Masa &amp; fokus belajar hilang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Emosi naik turun — gaduh, putus, sedih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Maruah tercalar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Dosa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88620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79" y="1708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Kalau fokus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37744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Keputusan cemerlang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Cita-cita makin dekat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Mak ayah bangga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Allah redha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CINTA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Kalau aku rasa suka seseorang?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Simpan dalam hati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325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Rasa tu tak salah. Yang salah bila kita ikut.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965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Serahkan pada Allah. Minta Allah jaga hati.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Sibukkan diri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606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Sukan, hafazan, hobi, kawan yang baik.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Jaga batas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246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Elak chat peribadi dan keluar berdua.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Cerita dengan mak ayah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886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Nabi Yusuf pun bercerita dengan ayahnya, Nabi Yaakub.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CINTA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Sekarang musim MENANAM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69494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5156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962" y="18416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– 12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Kenal diri, bina adab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6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362" y="184160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– 17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Bina ilmu &amp; akhlak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16636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62" y="184160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– 24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Matang, bina kerjaya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223760" y="16002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162" y="1841602"/>
            <a:ext cx="523037" cy="5230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084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Nanti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81228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Pilih pasangan — dengan restu mak ayah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Cinta sejati akan datang pada masa yang tepat. Sekarang — FOKUS BELAJAR.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IKRAR DIRI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Angkat tangan kanan, ikut saya…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002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Aku jaga diri, jaga aurat, jaga pandangan.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860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Aku tak sentuh dan tak usik kawasan peribadi orang lain.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71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Kalau ada bahaya — aku JERIT, LARI, BERITAHU.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57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Aku simpan cinta, aku FOKUS BELAJAR.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RUMUSAN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Bawa balik 3 perkara 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7867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Badan aku amanah Allah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kawasan peribadi: mulut, dada, kemaluan, punggung, paha.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6002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58" y="17867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Jerit, lari, beritahu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Rahsia yang menakutkan wajib diberitahu.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14600" cy="3063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D4A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458" y="17867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Simpan cinta, fokus belajar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Jangan hampiri zina. Sekarang musim menanam.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DOA PENUTUP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4"/>
                </a:solidFill>
              </a:rPr>
              <a:t>“Ya Allah, jagalah diri kami, mata kami dan hati kami. Jadikan kami anak yang soleh dan solehah, berjaya di dunia dan di akhirat.”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kasih!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237744" cy="2377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@Shukery_Azizan</a:t>
            </a:r>
            <a:endParaRPr lang="en-US" sz="13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ga Diri Jaga Iman">
  <a:themeElements>
    <a:clrScheme name="Jaga Diri Jaga Iman">
      <a:dk1>
        <a:srgbClr val="1F2D33"/>
      </a:dk1>
      <a:lt1>
        <a:srgbClr val="FFFFFF"/>
      </a:lt1>
      <a:dk2>
        <a:srgbClr val="0D4A45"/>
      </a:dk2>
      <a:lt2>
        <a:srgbClr val="E8F5F2"/>
      </a:lt2>
      <a:accent1>
        <a:srgbClr val="0F8B7F"/>
      </a:accent1>
      <a:accent2>
        <a:srgbClr val="C99A3B"/>
      </a:accent2>
      <a:accent3>
        <a:srgbClr val="D9472F"/>
      </a:accent3>
      <a:accent4>
        <a:srgbClr val="2E9E5B"/>
      </a:accent4>
      <a:accent5>
        <a:srgbClr val="F0A92E"/>
      </a:accent5>
      <a:accent6>
        <a:srgbClr val="5E6E76"/>
      </a:accent6>
      <a:hlink>
        <a:srgbClr val="0F8B7F"/>
      </a:hlink>
      <a:folHlink>
        <a:srgbClr val="0D4A45"/>
      </a:folHlink>
    </a:clrScheme>
    <a:fontScheme name="Jaga Diri Jaga Im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Jaga Diri, Jaga Iman</dc:title>
  <dc:subject>Sentuhan selamat, asas pendidikan seksualiti dan cinta untuk pelajar 8-17 tahun</dc:subject>
  <dc:creator>Shukery Azizan</dc:creator>
  <cp:lastModifiedBy>Shukery Azizan</cp:lastModifiedBy>
  <cp:revision>1</cp:revision>
  <dcterms:created xsi:type="dcterms:W3CDTF">2026-10-03T19:46:05Z</dcterms:created>
  <dcterms:modified xsi:type="dcterms:W3CDTF">2026-10-03T19:46:05Z</dcterms:modified>
</cp:coreProperties>
</file>