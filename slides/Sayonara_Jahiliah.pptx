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da236c6-6f99-d57f-34c1-0870b3d7dd6f}">
          <p14:sldIdLst>
            <p14:sldId id="256"/>
            <p14:sldId id="257"/>
          </p14:sldIdLst>
        </p14:section>
        <p14:section name="Apa Itu Jahiliah" id="{40806b76-4bbd-cf68-3478-ca0e3fc5f2e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Generasi Al-Quran" id="{6b5064df-5f8d-13ba-6a46-0cc7a749ae79}">
          <p14:sldIdLst>
            <p14:sldId id="264"/>
            <p14:sldId id="265"/>
            <p14:sldId id="266"/>
          </p14:sldIdLst>
        </p14:section>
        <p14:section name="Kenali Musuh" id="{e8c7c331-13be-c63b-0355-b1e72ad6d25f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Maksiat Jadi Normal" id="{5e09c622-9879-66a9-be0d-13b80ce07715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Sayonara" id="{37144bc8-ed7e-62fa-b5dd-26aba80dfe02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Penutup" id="{9ca4cf8c-a5ae-53fc-939d-e1a2bb202e2b}">
          <p14:sldIdLst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Salam &amp; sapa. Tajuk: Sayonara Jahiliah. 'Sayonara' = selamat tinggal (bahasa Jepun). Hari ni kita kenal apa itu jahiliah, siapa musuh kita, dan cara nak tinggalkan.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Perkenalkan diri ringkas. Jangan lama — terus masuk aktiviti pemanas.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Bahagian 1 (~8 minit).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Tanya: siapa pernah dengar perkataan 'jahiliah'? Jahil = tak tahu. Zaman jahiliah = zaman sebelum Rasulullah SAW diutus, manusia tak kenal Allah.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Cerita ringkas — jangan gambarkan secara ngeri. Bayi perempuan ditanam hidup-hidup sebab dianggap memalukan; Allah sebut dalam At-Takwir 8-9: bayi itu akan ditanya, atas dosa apa dia dibunuh. Al-Ahzab 33: jangan berhias seperti orang jahiliah dahulu.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Abu Dzar menghina seseorang dengan mengejek ibunya. Nabi SAW tegur: 'Kamu orang yang masih ada jahiliah dalam diri.' (Sahih Bukhari, Kitab al-Iman). Mesej: jahiliah bukan sekadar zaman dulu — ia sikap yang boleh ada dalam diri sesiapa, hari ini. Kaitkan dengan buli &amp; ejek-mengejek di sekolah.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Sahih Bukhari, Kitab al-Iman, bab: 'Maksiat itu termasuk urusan jahiliah, dan pelakunya tidak dikafirkan kecuali dengan syirik.' Tegaskan: kalau terbuat dosa, kita tak terkeluar Islam — kita bertaubat.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Call-and-response: 'Sayonara…' — 'JAHILIAH!' Ulang 2-3 kali untuk naikkan semangat.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Bahagian 2 (~5 minit).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Dari deck asal: Generasi Al-Quran = (1) beriman sungguh-sungguh dengan apa yang terkandung dalam Al-Quran &amp; Sunnah, (2) mengamalkan sungguh-sungguh, (3) meninggalkan maksiat dan kesan maksiat tanpa kompromi. Kata kunci: SUNGGUH-SUNGGUH.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Bagi contoh dekat dengan pelajar. Tanya: siapa pernah buat baik masa orang tengok sahaja? Generasi Al-Quran buat baik sebab Allah nampak.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Bahagian 3 (~9 minit).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Allah perintah malaikat sujud hormat kepada Nabi Adam. Iblis enggan sebab sombong — rasa dia dicipta daripada api, lebih mulia. Sejak itu Iblis berdendam dengan manusia.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Al-A'raf 16-17. Perkataan 'la aq'udanna' (dari qa'ada): Iblis menunggu dan bersedia untuk serang hendap pada masa yang sesuai. Misinya: jadikan manusia tidak bersyukur. Dosa-dosa lain (syirik, maksiat) itu 'bonus' baginya.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Dari deck asal, contoh dilaraskan untuk pelajar. Belakang: syaitan ungkit dosa lama supaya kita putus asa. Kanan: syaitan rosakkan amal baik dengan riak &amp; ujub. PENTING untuk adik-adik: jangan takut — tipu daya syaitan itu lemah (An-Nisa' 76) bila kita dengan Allah.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Analogi deck asal: rumah berpagar. Halaman = dada, peti harta dalam rumah = hati. Syaitan tak ada kuasa mutlak masuk hati; dia berbisik di dada (An-Nas: 'yang membisikkan ke dalam dada manusia'). Kalau kita buka pintu (mata tengok benda haram, telinga dengar benda lagha), dia masuk.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Bila pintu hati terbuka, syaitan pakaikan 'kanta': yang buruk nampak cantik, yang baik nampak pelik. Al-'Ankabut 38. Jambatan ke bahagian seterusnya: sebab itulah banyak maksiat hari ini dianggap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Bahagian 4 (~13 minit). Nada: menyedarkan, bukan menghukum. Jangan tunjuk atau sebut nama pelajar.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Tanya: apa benda yang dulu orang malu nak buat, tapi sekarang orang upload di TikTok/IG? Biar pelajar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Ringkas sahaja — bab cinta &amp; tangga zina diperincikan dalam slot 2 (Jaga Diri, Jaga Iman).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JANGAN sebut 'video lucah' / 'porn' secara terang — cukup 'gambar atau video yang tak patut ditengok'. Hadis kepada Ali RA: 'Jangan ikuti pandangan dengan pandangan, bagimu yang pertama, bukan yang kedua' (HR Abu Daud, Tirmizi). An-Nur 31 juga perintah yang sama untuk perempuan.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Seimbangkan lelaki &amp; perempuan supaya tiada pihak rasa disasarkan. Aurat lelaki (mazhab Syafie): pusat hingga lutut. Aurat perempuan di hadapan bukan mahram: seluruh badan kecuali muka dan tapak tangan. Jangan tunjuk atau tegur mana-mana pelajar dalam dewan.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Al-Isra' 23: menyebut 'ah' pun dilarang. Nada lembut — mungkin ada pelajar yang ibu bapanya telah tiada atau keluarga bermasalah. Mesej: adab kepada mak ayah tetap dijaga. Cadang: balik nanti peluk mak ayah, minta maaf.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Senarai pantas. Tanya pelajar: mana satu yang paling banyak berlaku di sekolah kamu? Al-Hujurat 11 (jangan mengejek), 12 (jangan mengumpat).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minit] Baca setiap situasi; pelajar angkat tangan atau jerit 'Maksiat!' / 'Pahala!'. Situasi guna watak orang ketiga supaya tiada pelajar rasa terdedah. Jawapan di slide seterusnya.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No. 6: ternampak tak sengaja bukan dosa — bila dia terus tutup &amp; istighfar, itu pahala. No. 4: aurat lelaki juga perlu dijaga.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Slide harapan selepas senarai maksiat — supaya pelajar tak rasa 'aku dah teruk sangat'. Ini juga jawapan kepada serangan 'belakang' syaitan (ungkit dosa lama). Cakap dengan lembut.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Bahagian 5 (~9 minit).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Dari deck asal (Protokol Serangan Balas): Teras (akidah), Pembersihan (taubat), Penyelarasan (solat), Perisai (istighfar), Ekosistem (circle kawan).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Akidah = sistem kepercayaan. Kenal Allah melalui ayat-ayat-Nya: ayat Al-Quran dan ayat alam (ciptaan). Bila kenal Allah, hati takut nak buat maksiat.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Deck asal: 'Taubat dengan meninggalkan maksiat'. Ditambah syarat taubat yang masyhur: menyesal, berhenti, berazam tidak mengulangi; jika melibatkan hak manusia — minta maaf / pulangkan hak.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Ramai fikir 'aku jahat, tak layak solat'. Salah — solat itulah yang akan baiki kita. Al-'Ankabut 45: solat mencegah perbuatan keji dan mungkar.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Dari deck asal: mighfar = topi besi. Fungsinya menutup (satr) &amp; melindungi (wiqayah). Nabi SAW beristighfar 100 kali sehari (HR Muslim). Ajak pelajar baca 'Astaghfirullah' 3 kali bersama.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Deck asal: 'Kalau belajar akademik kena pilih kawan &amp; circle yang baik, takkan belajar &amp; amal agama tak perlu?' Hadis penjual minyak wangi &amp; tukang besi (Bukhari, Muslim). Hadis: 'Seseorang itu mengikut agama sahabatnya, maka lihatlah siapa sahabatnya' (HR Abu Daud, Tirmizi).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Pelajar ulang setiap baris. Tutup dengan call-and-response: 'Sayonara…' — 'JAHILIAH!'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Ulang 3 mesej utama.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minit] Soal jawab. Kumpul kertas soalan; pilih yang sesuai untuk dijawab umum.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Doa penutup dan terima kasih. Maklumkan slot seterusnya: Jaga Diri, Jaga Iman.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i="1" dirty="0">
                <a:solidFill>
                  <a:srgbClr val="CFE9E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Sayonara Jahiliah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BERSAMA SHUKERY AZIZAN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Sayonara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i="1" dirty="0">
                <a:solidFill>
                  <a:schemeClr val="accent2"/>
                </a:solidFill>
              </a:rPr>
              <a:t>Jahiliah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9E4"/>
                </a:solidFill>
              </a:rPr>
              <a:t>Selamat tinggal jahiliah, selamat datang hidup baru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237744" cy="23774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0520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@Shukery_Azizan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hukery-Azizan/9378cb53-6f45-54ab-ad59-856786fd46a0/scratchpad/spea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2578608" cy="4389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20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KENALI PENCERAMAH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3520440" y="685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Shukery Azizan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352044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Penulis &amp; Penceramah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520440" y="169164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630168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buah buku ditulis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57800" y="169164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67528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naskhah terjual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95160" y="169164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04888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sekolah &amp; IPT dijelajah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PENDIDIKAN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31089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Ijazah Sarjana Muda Sains Kimia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Universiti Kebangsaan Malaysia (2015)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Ijazah Sarjana Muda Pengajian Islam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Open University Malaysia (2026)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PENGALAMAN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10896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Penulis &amp; penceramah (2015 – kini)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Jelajah sekolah &amp; IPT termasuk UK dan Australia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Editor in Chief, Sentap Press (2015 – 2021)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Project Leader, Media Wangsa (2025 – kini)</a:t>
            </a:r>
            <a:endParaRPr lang="en-US" sz="1100" dirty="0"/>
          </a:p>
        </p:txBody>
      </p:sp>
      <p:sp>
        <p:nvSpPr>
          <p:cNvPr id="20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Apa Itu Jahiliah?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Kenal dulu, baru boleh tinggal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APA ITU JAHILIAH?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Siapa pernah dengar perkataan ni?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JAHILIAH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9E4"/>
                </a:solidFill>
              </a:rPr>
              <a:t>Asal perkataan: </a:t>
            </a:r>
            <a:pPr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jahil</a:t>
            </a:r>
            <a:pPr indent="0" marL="0">
              <a:buNone/>
            </a:pPr>
            <a:r>
              <a:rPr lang="en-US" sz="1800" dirty="0">
                <a:solidFill>
                  <a:srgbClr val="CFE9E4"/>
                </a:solidFill>
              </a:rPr>
              <a:t> = tak tahu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9E4"/>
                </a:solidFill>
              </a:rPr>
              <a:t>Angkat tangan kalau pernah dengar!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4725" y="159288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77840" y="1417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Zaman jahiliah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2331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Zaman sebelum Nabi Muhammad SAW diutus. Manusia tak kenal Allah, jadi mereka buat apa sahaja ikut nafsu.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09160" y="3657600"/>
            <a:ext cx="38862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36576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Bila tak kenal Allah, manusia hilang arah.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APA ITU JAHILIAH?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Macam mana zaman jahiliah dulu?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81328" cy="25146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53619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700784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317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Sembah berhala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Patung yang mereka buat sendiri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76272" y="1371600"/>
            <a:ext cx="1481328" cy="25146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9464" y="153619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1700784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67712" y="23317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Tanam bayi perempuan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267712" y="29260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Malu dapat anak perempuan (At-Takwir: 8-9)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803904" y="1371600"/>
            <a:ext cx="1481328" cy="25146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97096" y="153619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700784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95344" y="23317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Arak &amp; judi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895344" y="29260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Mabuk dan berjudi jadi biasa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31536" y="1371600"/>
            <a:ext cx="1481328" cy="25146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24728" y="153619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00784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22976" y="23317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Bergaduh antara puak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522976" y="29260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Berperang bertahun-tahun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059168" y="1371600"/>
            <a:ext cx="1481328" cy="25146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52360" y="153619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700784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50608" y="23317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Tayang aurat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150608" y="29260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Berhias untuk menunjuk (Al-Ahzab: 33)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4069080"/>
            <a:ext cx="8046720" cy="411480"/>
          </a:xfrm>
          <a:prstGeom prst="roundRect">
            <a:avLst>
              <a:gd name="adj" fmla="val 26667"/>
            </a:avLst>
          </a:prstGeom>
          <a:solidFill>
            <a:srgbClr val="FBE7E3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Semua ni Allah BENCI, dan Islam datang untuk hapuskannya.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APA ITU JAHILIAH?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Jahiliah bukan zaman. Jahiliah ialah sikap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727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2638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5727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Kisah Abu Dzar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Abu Dzar pernah menghina seorang sahabat dengan mengejek ibunya. Rasulullah SAW terus menegurnya: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91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“Sesungguhnya dalam diri kamu masih ada (sifat) jahiliah.”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Hadis riwayat Bukhari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94960" y="1371600"/>
            <a:ext cx="320040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77840" y="1600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إِنَّكَ امْرُؤٌ فِيكَ جَاهِلِيَّةٌ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423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Sahabat Nabi pun boleh ada </a:t>
            </a:r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sikap jahiliah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. Apatah lagi kita.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APA ITU JAHILIAH?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Jadi, jahiliah hari ini ialah…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DOSA &amp; MAKSIAT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yang Allah benci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8862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35149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9718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Imam Bukhari menulis satu bab: “Maksiat-maksiat itu termasuk urusan jahiliah.”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09160" y="2880360"/>
            <a:ext cx="3886200" cy="1554480"/>
          </a:xfrm>
          <a:prstGeom prst="roundRect">
            <a:avLst>
              <a:gd name="adj" fmla="val 7059"/>
            </a:avLst>
          </a:prstGeom>
          <a:solidFill>
            <a:srgbClr val="E3F3EA"/>
          </a:solidFill>
          <a:ln/>
        </p:spPr>
      </p:sp>
      <p:sp>
        <p:nvSpPr>
          <p:cNvPr id="11" name="Shape 8"/>
          <p:cNvSpPr/>
          <p:nvPr/>
        </p:nvSpPr>
        <p:spPr>
          <a:xfrm>
            <a:off x="4892040" y="33832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714" y="35149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29718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Tapi orang yang buat maksiat </a:t>
            </a:r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TIDAK jadi kafir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Pintu taubat sentiasa terbuka.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SAYONARA = SELAMAT TINGGAL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Hari ni kita ucap selamat tinggal pada maksiat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FE9E4"/>
                </a:solidFill>
              </a:rPr>
              <a:t>Saya sebut “Sayonara…”, kamu jawab: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3840480" cy="1005840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JAHILIAH!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9E4"/>
                </a:solidFill>
              </a:rPr>
              <a:t>Sekali lagi, lebih kuat!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Jadi Generasi Al-Quran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Caranya tinggalkan jahiliah: tiga ciri yang perlu ada dalam diri kita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GENERASI AL-QURAN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 ciri Generasi Al-Quran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5544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858" y="17410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BERIMAN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Percaya sungguh-sungguh dengan apa yang ada dalam Al-Quran dan Sunnah.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5544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058" y="17410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MENGAMALKAN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Buat sungguh-sungguh apa yang Al-Quran dan Sunnah suruh.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03720" y="15544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258" y="17410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264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MENINGGALKAN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Tinggalkan maksiat sungguh-sungguh — tanpa kompromi.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GENERASI AL-QURAN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Macam mana dalam hidup kita?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2286000" cy="6858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BERIMAN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017520" y="1371600"/>
            <a:ext cx="55778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46120" y="13716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Yakin Allah sentiasa nampak — walaupun cikgu dan mak ayah tak nampak.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05456"/>
            <a:ext cx="2286000" cy="6858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MENGAMALKAN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17520" y="2395728"/>
            <a:ext cx="55778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239572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Solat, baca Al-Quran, hormat mak ayah, bercakap jujur.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9584"/>
            <a:ext cx="2286000" cy="6858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MENINGGALKAN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017520" y="3419856"/>
            <a:ext cx="55778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46120" y="3419856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Berhenti TERUS. Tak tunggu esok, tak tunggu dah besar.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Kenali Musuh Kita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Siapa yang nak kita kekal dalam jahiliah?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KENALI MUSUH KITA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Kisahnya bermula dengan Nabi Adam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4632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وَإِذْ قُلْنَا لِلْمَلَائِكَةِ اسْجُدُوا لِآدَمَ فَسَجَدُوا إِلَّا إِبْلِيسَ أَبَىٰ وَاسْتَكْبَرَ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“Sujudlah kepada Adam!” Maka mereka pun sujud kecuali Iblis. Dia enggan dan menyombong diri.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Surah Al-Baqarah: 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463040"/>
            <a:ext cx="1097280" cy="10972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067" y="1726387"/>
            <a:ext cx="570586" cy="5705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Dosa pertama: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SOMBONG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Iblis rasa dirinya lebih hebat.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KENALI MUSUH KITA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Sumpah Iblis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4632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Iblis bersumpah kepada Allah: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“Aku akan menghalang mereka dari jalan-Mu yang lurus. Aku akan datang dari depan, belakang, kanan dan kiri mereka. Dan Engkau tidak akan dapati kebanyakan mereka bersyukur.”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Surah Al-A’raf: 16-17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2926080" cy="1463040"/>
          </a:xfrm>
          <a:prstGeom prst="roundRect">
            <a:avLst>
              <a:gd name="adj" fmla="val 7500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13716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MISI IBLIS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Buat manusia tak bersyukur &amp; jauh dari Allah.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0" y="3017520"/>
            <a:ext cx="29260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3090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لَأَقْعُدَنَّ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3639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= menunggu, bersedia, lalu serang hendap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KENALI MUSUH KITA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Iblis serang dari 4 arah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7080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tx2"/>
                </a:solidFill>
              </a:rPr>
              <a:t>HADAPAN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737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Benda dunia depan mata: games, gajet, duit, nak popular, rokok &amp; vape.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828032" y="15544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651" y="1708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tx2"/>
                </a:solidFill>
              </a:rPr>
              <a:t>BELAKANG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737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Ungkit masa silam: “Aku dah banyak dosa, tak guna berubah.”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56032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2788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" y="29425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tx2"/>
                </a:solidFill>
              </a:rPr>
              <a:t>KANAN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Penyakit hati: riak, ujub, sombong, dengki.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663440" y="256032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4828032" y="2788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651" y="29425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tx2"/>
                </a:solidFill>
              </a:rPr>
              <a:t>KIRI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Kawan jahat, ikut nafsu, buat maksiat.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" y="3886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Jangan takut!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“Sesungguhnya tipu daya syaitan itu lemah.” (An-Nisa’: 76)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KENALI MUSUH KITA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Dada ialah halaman, hati ialah peti harta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06240" cy="3063240"/>
          </a:xfrm>
          <a:prstGeom prst="roundRect">
            <a:avLst>
              <a:gd name="adj" fmla="val 3582"/>
            </a:avLst>
          </a:prstGeom>
          <a:solidFill>
            <a:srgbClr val="E8F5F2"/>
          </a:solidFill>
          <a:ln w="25400">
            <a:solidFill>
              <a:srgbClr val="0F8B7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DADA (halaman rumah)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17320" y="2011680"/>
            <a:ext cx="246888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1945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9E4"/>
                </a:solidFill>
              </a:rPr>
              <a:t>(peti harta)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371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Syaitan berbisik dalam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DADA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manusia (Surah An-Nas). Itu ‘halaman’ sahaja.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2331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Harta paling berharga ialah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HATI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Syaitan nak masuk ke situ.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0" y="329184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12080" y="32918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Hati selamat kalau kita kawal pintunya: mata, telinga, tangan.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KENALI MUSUH KITA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Kanta syaitan: yang buruk nampak cantik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BE7E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5087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Sebenarnya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DOSA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840480" y="169164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773" y="1976933"/>
            <a:ext cx="618134" cy="61813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130552"/>
            <a:ext cx="320040" cy="32004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130552"/>
            <a:ext cx="320040" cy="3200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035040" y="13716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3F3EA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50876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1264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Yang kita nampak</a:t>
            </a:r>
            <a:endParaRPr lang="en-US" sz="1400" dirty="0"/>
          </a:p>
        </p:txBody>
      </p:sp>
      <p:sp>
        <p:nvSpPr>
          <p:cNvPr id="15" name="Text 8"/>
          <p:cNvSpPr txBox="1"/>
          <p:nvPr/>
        </p:nvSpPr>
        <p:spPr>
          <a:xfrm>
            <a:off x="612648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“Best je!”</a:t>
            </a:r>
            <a:endParaRPr lang="en-US" sz="2400" dirty="0"/>
          </a:p>
        </p:txBody>
      </p:sp>
      <p:sp>
        <p:nvSpPr>
          <p:cNvPr id="16" name="Shape 9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77724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“Syaitan menjadikan mereka memandang baik perbuatan (buruk) mereka.” </a:t>
            </a:r>
            <a:pPr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(Al-‘Ankabut: 38)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Sebab tu maksiat makin lama makin nampak NORMAL.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Maksiat yang Dah Jadi “Normal”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Bila salah dah jadi biasa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ZAMAN SEKARANG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Dulu orang malu buat. Sekarang…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0" cy="91440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orang buat, siap upload.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9E4"/>
                </a:solidFill>
              </a:rPr>
              <a:t>Bila semua orang buat, kita rasa ia OK. Tapi ramai orang buat tak bermaksud Allah suka.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MAKSIAT JADI NORMAL  • 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Bercouple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645920" cy="1645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1858061"/>
            <a:ext cx="855878" cy="8558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0" y="1371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Yang dah jadi ‘biasa’: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7830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Chat dan video call lewat malam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Keluar berdua, ‘dating’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Upload gambar berdua, status ‘in a relationship’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743200" y="3246120"/>
            <a:ext cx="58521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71800" y="32461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“Dan janganlah kamu menghampiri zina.” </a:t>
            </a:r>
            <a:pPr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(Al-Isra’: 32)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Kita kupas lagi dalam slot seterusnya.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MAKSIAT JADI NORMAL  • 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Tengok aurat orang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Scroll TikTok dan IG, tengok gambar atau video yang tak patut ditengok… lama-lama rasa biasa.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88620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“Katakanlah kepada orang lelaki yang beriman supaya mereka menundukkan pandangan.”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Surah An-Nur: 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2103120"/>
            <a:ext cx="3886200" cy="1097280"/>
          </a:xfrm>
          <a:prstGeom prst="roundRect">
            <a:avLst>
              <a:gd name="adj" fmla="val 10000"/>
            </a:avLst>
          </a:prstGeom>
          <a:solidFill>
            <a:srgbClr val="E3F3EA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23317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5659" y="248533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69280" y="21031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Ternampak tak sengaja? Alihkan mata, istighfar. Dimaafkan.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09160" y="3337560"/>
            <a:ext cx="3886200" cy="1097280"/>
          </a:xfrm>
          <a:prstGeom prst="roundRect">
            <a:avLst>
              <a:gd name="adj" fmla="val 10000"/>
            </a:avLst>
          </a:prstGeom>
          <a:solidFill>
            <a:srgbClr val="FBE7E3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35661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371977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69280" y="33375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Sengaja tengok, ulang-ulang tengok? Itu dosa mata.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MAKSIAT JADI NORMAL  • 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Buka aurat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3619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68981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361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Lelaki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Aurat: pusat hingga lutut.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Yang dah jadi ‘biasa’: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Seluar pendek atas lutut masa main bola atau keluar rumah.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153619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059" y="1689811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15361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Perempuan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Aurat: seluruh badan kecuali muka dan tapak tangan.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Yang dah jadi ‘biasa’: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Buka tudung, pakaian ketat atau jarang bila keluar rumah.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468880" cy="30632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153619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1689811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86600" y="15361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Semua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331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‘Tayang diri’: selfie dan video untuk dapat like, sampai aurat terdedah.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9E4"/>
                </a:solidFill>
              </a:rPr>
              <a:t>An-Nur: 31 • Al-Ahzab: 59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MAKSIAT JADI NORMAL  • 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Derhaka kepada mak ayah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فَلَا تَقُل لَّهُمَا أُفٍّ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“Janganlah kamu berkata kepada mereka ‘ah’, dan jangan menengking mereka.”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Surah Al-Isra’: 23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Yang dah jadi ‘biasa’: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1261" y="190378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12064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Jawab balik, tinggi suara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80560" y="245059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61" y="2571293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20640" y="2450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Buat-buat tak dengar bila dipanggil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480560" y="3118104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261" y="3238805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20640" y="31181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Main phone masa mak ayah bercakap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480560" y="3785616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261" y="3906317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0640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Mengeluh, merungut bila disuruh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MAKSIAT JADI NORMAL  • 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Lain-lain yang dah jadi ‘biasa’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087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295" y="16448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087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Tinggal solat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“Nanti-nantilah…”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456432" y="15087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495" y="16448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5087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Mengumpat &amp; membuli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488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Ejek kawan, sebar aib (Al-Hujurat: 11-12)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199632" y="15087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695" y="16448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5087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Mencarut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488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Jadi ‘bahasa biasa’ dengan kawan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31089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95" y="324502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1089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Menipu &amp; meniru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749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Tipu mak ayah, tiru masa periksa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3456432" y="31089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495" y="324502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160520" y="31089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Rokok &amp; vape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749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Nak nampak ‘cool’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6199632" y="31089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5695" y="324502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03720" y="31089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Games sampai lalai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49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Lupa solat, lupa belajar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JOM UJI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Maksiat atau pahala?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46304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Maksiat ✗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80160"/>
            <a:ext cx="1463040" cy="365760"/>
          </a:xfrm>
          <a:prstGeom prst="roundRect">
            <a:avLst>
              <a:gd name="adj" fmla="val 375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Pahala 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Angkat tangan!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938528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Aiman main games sampai tak solat Asar.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29000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938528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Sara tolong mak lipat kain walaupun dia penat.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72200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938528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Haziq ejek kawan dalam group WhatsApp kelas.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3291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64408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Danish pakai seluar pendek atas lutut pergi ke kedai.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315468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29000" y="3291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3264408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Mira jawab “Ah, nantilah!” bila mak suruh solat.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15468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72200" y="3291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264408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Irfan ternampak gambar tak senonoh, terus tutup dan istighfar.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JOM UJI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Jawapan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624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Aiman main games sampai tak solat Asar.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362456"/>
            <a:ext cx="1920240" cy="384048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MAKSIAT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92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562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Sara tolong mak lipat kain walaupun dia penat.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892808"/>
            <a:ext cx="1920240" cy="384048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PAHALA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865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Haziq ejek kawan dalam group WhatsApp kelas.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1920240" cy="384048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MAKSIAT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169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Danish pakai seluar pendek atas lutut pergi ke kedai.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953512"/>
            <a:ext cx="1920240" cy="384048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MAKSIAT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83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4472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Mira jawab “Ah, nantilah!” bila mak suruh solat.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483864"/>
            <a:ext cx="1920240" cy="384048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MAKSIAT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14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977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Irfan ternampak gambar tak senonoh, terus tutup dan istighfar.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014216"/>
            <a:ext cx="1920240" cy="384048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PAHALA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DAH TERBUAT? JANGAN PUTUS ASA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Pintu taubat sentiasa terbuka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 تَقْنَطُوا مِن رَّحْمَةِ اللَّهِ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“Wahai hamba-hamba-Ku yang telah melampaui batas terhadap diri sendiri, janganlah kamu berputus asa dari rahmat Allah. Sesungguhnya Allah mengampunkan dosa-dosa semuanya.”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9E4"/>
                </a:solidFill>
              </a:rPr>
              <a:t>Surah Az-Zumar: 53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Sayonara! 5 Langkah Tinggalkan Jahiliah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Serangan balas kita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5 LANGKAH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Naik anak tangga satu-satu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148132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359359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0690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Kenal Allah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76272" y="3063240"/>
            <a:ext cx="148132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176272" y="313639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36118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Taubat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39319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Bersihkan diri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03904" y="2606040"/>
            <a:ext cx="1481328" cy="18288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03904" y="267919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849624" y="31546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Jaga solat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9624" y="34747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Tiang hidup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31536" y="2148840"/>
            <a:ext cx="1481328" cy="22860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31536" y="222199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477256" y="26974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Istighfar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77256" y="30175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Topi besi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59168" y="1691640"/>
            <a:ext cx="1481328" cy="274320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059168" y="176479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104888" y="22402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Kawan baik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25603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Circle soleh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LANGKAH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Kenal Allah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0624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“Sesungguhnya orang beriman itu ialah mereka yang apabila disebut nama Allah, gementarlah hati mereka; dan apabila dibacakan ayat-ayat-Nya, bertambahlah iman mereka.”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Surah Al-Anfal: 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Macam mana nak kenal Allah?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2819" y="20281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06440" y="18745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Baca Al-Quran dan faham maknanya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819" y="28968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06440" y="27432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Tengok alam: langit, laut, badan kita sendiri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029200" y="3611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819" y="37654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06440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Belajar nama-nama Allah (Asmaul Husna)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LANGKAH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Taubat: tekan butang ‘reset’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317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3394" y="16404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Menyesal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Rasa sedih dan malu dengan dosa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474720" y="153619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749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594" y="16404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Berhenti terus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Hari ini juga, bukan esok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35040" y="137160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217920" y="153619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8181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794" y="164043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Azam tak ulang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Janji dengan Allah, cuba sungguh-sungguh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804672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772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Dosa dengan manusia?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Tambah satu lagi: minta maaf atau pulangkan hak dia.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LANGKAH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Jaga solat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Kita solat bukan sebab kita baik.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Kita solat sebab kita HAMBA.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3163824"/>
            <a:ext cx="713232" cy="7132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77440" y="27432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إِنَّ الصَّلَاةَ تَنْهَىٰ عَنِ الْفَحْشَاءِ وَالْمُنكَرِ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33832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“Sesungguhnya solat itu mencegah daripada perbuatan keji dan mungkar.” (Al-‘Ankabut: 45)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LANGKAH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Istighfar ialah topi besi kita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520440" y="1371600"/>
            <a:ext cx="2103120" cy="21031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189" y="1876349"/>
            <a:ext cx="1093622" cy="10936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Maghfirah (ampunan) berasal daripada perkataan </a:t>
            </a:r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mighfar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topi besi tentera.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7432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46304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MENUTUP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Allah tutup aib dan dosa kita yang lalu.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52160" y="1371600"/>
            <a:ext cx="27432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35040" y="146304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MELINDUNGI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Allah jaga kita daripada serangan dosa akan datang.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8046720" cy="45720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Amalan Nabi SAW: istighfar 100 kali sehari. Jom cuba!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LANGKAH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Pilih circle kawan yang baik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Rasulullah SAW beri perumpamaan: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8745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Kawan baik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macam penjual minyak wangi — sekurang-kurangnya kita dapat bau wangi.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30632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2058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0175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Kawan jahat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macam tukang besi — sekurang-kurangnya baju kita terbakar atau berbau.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Hadis riwayat Bukhari &amp; Muslim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Tips pilih kawan: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754880" y="18105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81" y="1931213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18105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Kawan yang ajak solat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754880" y="247802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581" y="2598725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24780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Kawan yang tegur bila kita salah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754880" y="31455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581" y="3266237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94960" y="3145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Jauhi kawan yang ajak buat benda kita malu mak ayah tahu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754880" y="38130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581" y="3933749"/>
            <a:ext cx="261518" cy="26151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813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Sertai usrah — kumpulan belajar agama dengan kawan-kawan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IKRAR SAYONARA JAHILIAH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Angkat tangan kanan, ikut saya…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002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Aku kenal Allah, dan Allah sentiasa nampak aku.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860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Aku tak akan anggap maksiat itu ‘normal’.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718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Aku bertaubat, jaga solat dan banyakkan istighfar.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576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Aku pilih kawan yang bawa aku kepada Allah.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Sayonara… JAHILIAH!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RUMUSAN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Bawa balik 3 perkara 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7867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Jahiliah = maksiat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Dosa dan maksiat yang Allah benci. Ia sikap, bukan zaman.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6002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58" y="17867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Jangan tertipu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Syaitan buat maksiat nampak normal. Ramai buat tak bermaksud betul.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458" y="17867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Sayonara!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Kenal Allah, taubat, solat, istighfar, kawan baik.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SESI SOAL JAWAB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Ada soalan?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103120" cy="2103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196389"/>
            <a:ext cx="1093622" cy="10936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0" y="1828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Tanya terus, atau…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256032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0" y="2880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619" y="30339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51960" y="25603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Kalau segan, tulis di kertas dan pasing ke hadapan.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DOA PENUTUP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“Ya Allah, ampunkanlah dosa-dosa kami. Jauhkanlah kami daripada jahiliah. Jadikanlah kami Generasi Al-Quran.”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kasih!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237744" cy="23774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0520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@Shukery_Azizan</a:t>
            </a:r>
            <a:endParaRPr lang="en-US" sz="13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yonara Jahiliah">
  <a:themeElements>
    <a:clrScheme name="Sayonara Jahiliah">
      <a:dk1>
        <a:srgbClr val="1F2D33"/>
      </a:dk1>
      <a:lt1>
        <a:srgbClr val="FFFFFF"/>
      </a:lt1>
      <a:dk2>
        <a:srgbClr val="0D4A45"/>
      </a:dk2>
      <a:lt2>
        <a:srgbClr val="E8F5F2"/>
      </a:lt2>
      <a:accent1>
        <a:srgbClr val="0F8B7F"/>
      </a:accent1>
      <a:accent2>
        <a:srgbClr val="C99A3B"/>
      </a:accent2>
      <a:accent3>
        <a:srgbClr val="D9472F"/>
      </a:accent3>
      <a:accent4>
        <a:srgbClr val="2E9E5B"/>
      </a:accent4>
      <a:accent5>
        <a:srgbClr val="F0A92E"/>
      </a:accent5>
      <a:accent6>
        <a:srgbClr val="5E6E76"/>
      </a:accent6>
      <a:hlink>
        <a:srgbClr val="0F8B7F"/>
      </a:hlink>
      <a:folHlink>
        <a:srgbClr val="0D4A45"/>
      </a:folHlink>
    </a:clrScheme>
    <a:fontScheme name="Sayonara Jahilia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Sayonara Jahiliah</dc:title>
  <dc:subject>Kenal maksiat, kenal musuh dan cara tinggalkan jahiliah untuk pelajar 8-17 tahun</dc:subject>
  <dc:creator>Shukery Azizan</dc:creator>
  <cp:lastModifiedBy>Shukery Azizan</cp:lastModifiedBy>
  <cp:revision>1</cp:revision>
  <dcterms:created xsi:type="dcterms:W3CDTF">2026-10-03T20:33:14Z</dcterms:created>
  <dcterms:modified xsi:type="dcterms:W3CDTF">2026-10-03T20:33:14Z</dcterms:modified>
</cp:coreProperties>
</file>